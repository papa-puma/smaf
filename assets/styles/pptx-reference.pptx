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rgbClr val="111111"/>
                </a:solidFill>
              </a:defRPr>
            </a:lvl1pPr>
            <a:lvl2pPr marL="342900" indent="0" algn="ctr">
              <a:buNone/>
              <a:defRPr>
                <a:solidFill>
                  <a:srgbClr val="111111"/>
                </a:solidFill>
              </a:defRPr>
            </a:lvl2pPr>
            <a:lvl3pPr marL="685800" indent="0" algn="ctr">
              <a:buNone/>
              <a:defRPr>
                <a:solidFill>
                  <a:srgbClr val="111111"/>
                </a:solidFill>
              </a:defRPr>
            </a:lvl3pPr>
            <a:lvl4pPr marL="1028700" indent="0" algn="ctr">
              <a:buNone/>
              <a:defRPr>
                <a:solidFill>
                  <a:srgbClr val="111111"/>
                </a:solidFill>
              </a:defRPr>
            </a:lvl4pPr>
            <a:lvl5pPr marL="1371600" indent="0" algn="ctr">
              <a:buNone/>
              <a:defRPr>
                <a:solidFill>
                  <a:srgbClr val="111111"/>
                </a:solidFill>
              </a:defRPr>
            </a:lvl5pPr>
            <a:lvl6pPr marL="1714500" indent="0" algn="ctr">
              <a:buNone/>
              <a:defRPr>
                <a:solidFill>
                  <a:srgbClr val="111111"/>
                </a:solidFill>
              </a:defRPr>
            </a:lvl6pPr>
            <a:lvl7pPr marL="2057400" indent="0" algn="ctr">
              <a:buNone/>
              <a:defRPr>
                <a:solidFill>
                  <a:srgbClr val="111111"/>
                </a:solidFill>
              </a:defRPr>
            </a:lvl7pPr>
            <a:lvl8pPr marL="2400300" indent="0" algn="ctr">
              <a:buNone/>
              <a:defRPr>
                <a:solidFill>
                  <a:srgbClr val="111111"/>
                </a:solidFill>
              </a:defRPr>
            </a:lvl8pPr>
            <a:lvl9pPr marL="2743200" indent="0" algn="ctr">
              <a:buNone/>
              <a:defRPr>
                <a:solidFill>
                  <a:srgbClr val="111111"/>
                </a:solidFill>
              </a:defRPr>
            </a:lvl9pPr>
          </a:lstStyle>
          <a:p>
            <a:r>
              <a:rPr lang="en-US">
                <a:solidFill>
                  <a:srgbClr val="111111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rgbClr val="111111"/>
                </a:solidFill>
              </a:defRPr>
            </a:lvl1pPr>
          </a:lstStyle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rgbClr val="111111"/>
                </a:solidFill>
              </a:defRPr>
            </a:lvl1pPr>
            <a:lvl2pPr marL="342900" indent="0">
              <a:buNone/>
              <a:defRPr sz="1350">
                <a:solidFill>
                  <a:srgbClr val="111111"/>
                </a:solidFill>
              </a:defRPr>
            </a:lvl2pPr>
            <a:lvl3pPr marL="685800" indent="0">
              <a:buNone/>
              <a:defRPr sz="1200">
                <a:solidFill>
                  <a:srgbClr val="111111"/>
                </a:solidFill>
              </a:defRPr>
            </a:lvl3pPr>
            <a:lvl4pPr marL="1028700" indent="0">
              <a:buNone/>
              <a:defRPr sz="1050">
                <a:solidFill>
                  <a:srgbClr val="111111"/>
                </a:solidFill>
              </a:defRPr>
            </a:lvl4pPr>
            <a:lvl5pPr marL="1371600" indent="0">
              <a:buNone/>
              <a:defRPr sz="1050">
                <a:solidFill>
                  <a:srgbClr val="111111"/>
                </a:solidFill>
              </a:defRPr>
            </a:lvl5pPr>
            <a:lvl6pPr marL="1714500" indent="0">
              <a:buNone/>
              <a:defRPr sz="1050">
                <a:solidFill>
                  <a:srgbClr val="111111"/>
                </a:solidFill>
              </a:defRPr>
            </a:lvl6pPr>
            <a:lvl7pPr marL="2057400" indent="0">
              <a:buNone/>
              <a:defRPr sz="1050">
                <a:solidFill>
                  <a:srgbClr val="111111"/>
                </a:solidFill>
              </a:defRPr>
            </a:lvl7pPr>
            <a:lvl8pPr marL="2400300" indent="0">
              <a:buNone/>
              <a:defRPr sz="1050">
                <a:solidFill>
                  <a:srgbClr val="111111"/>
                </a:solidFill>
              </a:defRPr>
            </a:lvl8pPr>
            <a:lvl9pPr marL="2743200" indent="0">
              <a:buNone/>
              <a:defRPr sz="105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>
                <a:solidFill>
                  <a:srgbClr val="111111"/>
                </a:solidFill>
              </a:defRPr>
            </a:lvl1pPr>
            <a:lvl2pPr>
              <a:defRPr sz="1800">
                <a:solidFill>
                  <a:srgbClr val="111111"/>
                </a:solidFill>
              </a:defRPr>
            </a:lvl2pPr>
            <a:lvl3pPr>
              <a:defRPr sz="1500">
                <a:solidFill>
                  <a:srgbClr val="111111"/>
                </a:solidFill>
              </a:defRPr>
            </a:lvl3pPr>
            <a:lvl4pPr>
              <a:defRPr sz="1350">
                <a:solidFill>
                  <a:srgbClr val="111111"/>
                </a:solidFill>
              </a:defRPr>
            </a:lvl4pPr>
            <a:lvl5pPr>
              <a:defRPr sz="1350">
                <a:solidFill>
                  <a:srgbClr val="111111"/>
                </a:solidFill>
              </a:defRPr>
            </a:lvl5pPr>
            <a:lvl6pPr>
              <a:defRPr sz="1350">
                <a:solidFill>
                  <a:srgbClr val="111111"/>
                </a:solidFill>
              </a:defRPr>
            </a:lvl6pPr>
            <a:lvl7pPr>
              <a:defRPr sz="1350">
                <a:solidFill>
                  <a:srgbClr val="111111"/>
                </a:solidFill>
              </a:defRPr>
            </a:lvl7pPr>
            <a:lvl8pPr>
              <a:defRPr sz="1350">
                <a:solidFill>
                  <a:srgbClr val="111111"/>
                </a:solidFill>
              </a:defRPr>
            </a:lvl8pPr>
            <a:lvl9pPr>
              <a:defRPr sz="135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>
                <a:solidFill>
                  <a:srgbClr val="111111"/>
                </a:solidFill>
              </a:defRPr>
            </a:lvl1pPr>
            <a:lvl2pPr>
              <a:defRPr sz="1800">
                <a:solidFill>
                  <a:srgbClr val="111111"/>
                </a:solidFill>
              </a:defRPr>
            </a:lvl2pPr>
            <a:lvl3pPr>
              <a:defRPr sz="1500">
                <a:solidFill>
                  <a:srgbClr val="111111"/>
                </a:solidFill>
              </a:defRPr>
            </a:lvl3pPr>
            <a:lvl4pPr>
              <a:defRPr sz="1350">
                <a:solidFill>
                  <a:srgbClr val="111111"/>
                </a:solidFill>
              </a:defRPr>
            </a:lvl4pPr>
            <a:lvl5pPr>
              <a:defRPr sz="1350">
                <a:solidFill>
                  <a:srgbClr val="111111"/>
                </a:solidFill>
              </a:defRPr>
            </a:lvl5pPr>
            <a:lvl6pPr>
              <a:defRPr sz="1350">
                <a:solidFill>
                  <a:srgbClr val="111111"/>
                </a:solidFill>
              </a:defRPr>
            </a:lvl6pPr>
            <a:lvl7pPr>
              <a:defRPr sz="1350">
                <a:solidFill>
                  <a:srgbClr val="111111"/>
                </a:solidFill>
              </a:defRPr>
            </a:lvl7pPr>
            <a:lvl8pPr>
              <a:defRPr sz="1350">
                <a:solidFill>
                  <a:srgbClr val="111111"/>
                </a:solidFill>
              </a:defRPr>
            </a:lvl8pPr>
            <a:lvl9pPr>
              <a:defRPr sz="135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111111"/>
                </a:solidFill>
              </a:defRPr>
            </a:lvl1pPr>
            <a:lvl2pPr marL="342900" indent="0">
              <a:buNone/>
              <a:defRPr sz="1500" b="1">
                <a:solidFill>
                  <a:srgbClr val="111111"/>
                </a:solidFill>
              </a:defRPr>
            </a:lvl2pPr>
            <a:lvl3pPr marL="685800" indent="0">
              <a:buNone/>
              <a:defRPr sz="1350" b="1">
                <a:solidFill>
                  <a:srgbClr val="111111"/>
                </a:solidFill>
              </a:defRPr>
            </a:lvl3pPr>
            <a:lvl4pPr marL="1028700" indent="0">
              <a:buNone/>
              <a:defRPr sz="1200" b="1">
                <a:solidFill>
                  <a:srgbClr val="111111"/>
                </a:solidFill>
              </a:defRPr>
            </a:lvl4pPr>
            <a:lvl5pPr marL="1371600" indent="0">
              <a:buNone/>
              <a:defRPr sz="1200" b="1">
                <a:solidFill>
                  <a:srgbClr val="111111"/>
                </a:solidFill>
              </a:defRPr>
            </a:lvl5pPr>
            <a:lvl6pPr marL="1714500" indent="0">
              <a:buNone/>
              <a:defRPr sz="1200" b="1">
                <a:solidFill>
                  <a:srgbClr val="111111"/>
                </a:solidFill>
              </a:defRPr>
            </a:lvl6pPr>
            <a:lvl7pPr marL="2057400" indent="0">
              <a:buNone/>
              <a:defRPr sz="1200" b="1">
                <a:solidFill>
                  <a:srgbClr val="111111"/>
                </a:solidFill>
              </a:defRPr>
            </a:lvl7pPr>
            <a:lvl8pPr marL="2400300" indent="0">
              <a:buNone/>
              <a:defRPr sz="1200" b="1">
                <a:solidFill>
                  <a:srgbClr val="111111"/>
                </a:solidFill>
              </a:defRPr>
            </a:lvl8pPr>
            <a:lvl9pPr marL="2743200" indent="0">
              <a:buNone/>
              <a:defRPr sz="12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>
                <a:solidFill>
                  <a:srgbClr val="111111"/>
                </a:solidFill>
              </a:defRPr>
            </a:lvl1pPr>
            <a:lvl2pPr>
              <a:defRPr sz="1500">
                <a:solidFill>
                  <a:srgbClr val="111111"/>
                </a:solidFill>
              </a:defRPr>
            </a:lvl2pPr>
            <a:lvl3pPr>
              <a:defRPr sz="1350">
                <a:solidFill>
                  <a:srgbClr val="111111"/>
                </a:solidFill>
              </a:defRPr>
            </a:lvl3pPr>
            <a:lvl4pPr>
              <a:defRPr sz="1200">
                <a:solidFill>
                  <a:srgbClr val="111111"/>
                </a:solidFill>
              </a:defRPr>
            </a:lvl4pPr>
            <a:lvl5pPr>
              <a:defRPr sz="1200">
                <a:solidFill>
                  <a:srgbClr val="111111"/>
                </a:solidFill>
              </a:defRPr>
            </a:lvl5pPr>
            <a:lvl6pPr>
              <a:defRPr sz="1200">
                <a:solidFill>
                  <a:srgbClr val="111111"/>
                </a:solidFill>
              </a:defRPr>
            </a:lvl6pPr>
            <a:lvl7pPr>
              <a:defRPr sz="1200">
                <a:solidFill>
                  <a:srgbClr val="111111"/>
                </a:solidFill>
              </a:defRPr>
            </a:lvl7pPr>
            <a:lvl8pPr>
              <a:defRPr sz="1200">
                <a:solidFill>
                  <a:srgbClr val="111111"/>
                </a:solidFill>
              </a:defRPr>
            </a:lvl8pPr>
            <a:lvl9pPr>
              <a:defRPr sz="12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rgbClr val="111111"/>
                </a:solidFill>
              </a:defRPr>
            </a:lvl1pPr>
            <a:lvl2pPr marL="342900" indent="0">
              <a:buNone/>
              <a:defRPr sz="1500" b="1">
                <a:solidFill>
                  <a:srgbClr val="111111"/>
                </a:solidFill>
              </a:defRPr>
            </a:lvl2pPr>
            <a:lvl3pPr marL="685800" indent="0">
              <a:buNone/>
              <a:defRPr sz="1350" b="1">
                <a:solidFill>
                  <a:srgbClr val="111111"/>
                </a:solidFill>
              </a:defRPr>
            </a:lvl3pPr>
            <a:lvl4pPr marL="1028700" indent="0">
              <a:buNone/>
              <a:defRPr sz="1200" b="1">
                <a:solidFill>
                  <a:srgbClr val="111111"/>
                </a:solidFill>
              </a:defRPr>
            </a:lvl4pPr>
            <a:lvl5pPr marL="1371600" indent="0">
              <a:buNone/>
              <a:defRPr sz="1200" b="1">
                <a:solidFill>
                  <a:srgbClr val="111111"/>
                </a:solidFill>
              </a:defRPr>
            </a:lvl5pPr>
            <a:lvl6pPr marL="1714500" indent="0">
              <a:buNone/>
              <a:defRPr sz="1200" b="1">
                <a:solidFill>
                  <a:srgbClr val="111111"/>
                </a:solidFill>
              </a:defRPr>
            </a:lvl6pPr>
            <a:lvl7pPr marL="2057400" indent="0">
              <a:buNone/>
              <a:defRPr sz="1200" b="1">
                <a:solidFill>
                  <a:srgbClr val="111111"/>
                </a:solidFill>
              </a:defRPr>
            </a:lvl7pPr>
            <a:lvl8pPr marL="2400300" indent="0">
              <a:buNone/>
              <a:defRPr sz="1200" b="1">
                <a:solidFill>
                  <a:srgbClr val="111111"/>
                </a:solidFill>
              </a:defRPr>
            </a:lvl8pPr>
            <a:lvl9pPr marL="2743200" indent="0">
              <a:buNone/>
              <a:defRPr sz="12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>
                <a:solidFill>
                  <a:srgbClr val="111111"/>
                </a:solidFill>
              </a:defRPr>
            </a:lvl1pPr>
            <a:lvl2pPr>
              <a:defRPr sz="1500">
                <a:solidFill>
                  <a:srgbClr val="111111"/>
                </a:solidFill>
              </a:defRPr>
            </a:lvl2pPr>
            <a:lvl3pPr>
              <a:defRPr sz="1350">
                <a:solidFill>
                  <a:srgbClr val="111111"/>
                </a:solidFill>
              </a:defRPr>
            </a:lvl3pPr>
            <a:lvl4pPr>
              <a:defRPr sz="1200">
                <a:solidFill>
                  <a:srgbClr val="111111"/>
                </a:solidFill>
              </a:defRPr>
            </a:lvl4pPr>
            <a:lvl5pPr>
              <a:defRPr sz="1200">
                <a:solidFill>
                  <a:srgbClr val="111111"/>
                </a:solidFill>
              </a:defRPr>
            </a:lvl5pPr>
            <a:lvl6pPr>
              <a:defRPr sz="1200">
                <a:solidFill>
                  <a:srgbClr val="111111"/>
                </a:solidFill>
              </a:defRPr>
            </a:lvl6pPr>
            <a:lvl7pPr>
              <a:defRPr sz="1200">
                <a:solidFill>
                  <a:srgbClr val="111111"/>
                </a:solidFill>
              </a:defRPr>
            </a:lvl7pPr>
            <a:lvl8pPr>
              <a:defRPr sz="1200">
                <a:solidFill>
                  <a:srgbClr val="111111"/>
                </a:solidFill>
              </a:defRPr>
            </a:lvl8pPr>
            <a:lvl9pPr>
              <a:defRPr sz="12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rgbClr val="111111"/>
                </a:solidFill>
              </a:defRPr>
            </a:lvl1pPr>
          </a:lstStyle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1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500">
                <a:solidFill>
                  <a:srgbClr val="111111"/>
                </a:solidFill>
              </a:defRPr>
            </a:lvl4pPr>
            <a:lvl5pPr>
              <a:defRPr sz="1500">
                <a:solidFill>
                  <a:srgbClr val="111111"/>
                </a:solidFill>
              </a:defRPr>
            </a:lvl5pPr>
            <a:lvl6pPr>
              <a:defRPr sz="1500">
                <a:solidFill>
                  <a:srgbClr val="111111"/>
                </a:solidFill>
              </a:defRPr>
            </a:lvl6pPr>
            <a:lvl7pPr>
              <a:defRPr sz="1500">
                <a:solidFill>
                  <a:srgbClr val="111111"/>
                </a:solidFill>
              </a:defRPr>
            </a:lvl7pPr>
            <a:lvl8pPr>
              <a:defRPr sz="1500">
                <a:solidFill>
                  <a:srgbClr val="111111"/>
                </a:solidFill>
              </a:defRPr>
            </a:lvl8pPr>
            <a:lvl9pPr>
              <a:defRPr sz="15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>
                <a:solidFill>
                  <a:srgbClr val="111111"/>
                </a:solidFill>
              </a:defRPr>
            </a:lvl1pPr>
            <a:lvl2pPr marL="342900" indent="0">
              <a:buNone/>
              <a:defRPr sz="900">
                <a:solidFill>
                  <a:srgbClr val="111111"/>
                </a:solidFill>
              </a:defRPr>
            </a:lvl2pPr>
            <a:lvl3pPr marL="685800" indent="0">
              <a:buNone/>
              <a:defRPr sz="750">
                <a:solidFill>
                  <a:srgbClr val="111111"/>
                </a:solidFill>
              </a:defRPr>
            </a:lvl3pPr>
            <a:lvl4pPr marL="1028700" indent="0">
              <a:buNone/>
              <a:defRPr sz="675">
                <a:solidFill>
                  <a:srgbClr val="111111"/>
                </a:solidFill>
              </a:defRPr>
            </a:lvl4pPr>
            <a:lvl5pPr marL="1371600" indent="0">
              <a:buNone/>
              <a:defRPr sz="675">
                <a:solidFill>
                  <a:srgbClr val="111111"/>
                </a:solidFill>
              </a:defRPr>
            </a:lvl5pPr>
            <a:lvl6pPr marL="1714500" indent="0">
              <a:buNone/>
              <a:defRPr sz="675">
                <a:solidFill>
                  <a:srgbClr val="111111"/>
                </a:solidFill>
              </a:defRPr>
            </a:lvl6pPr>
            <a:lvl7pPr marL="2057400" indent="0">
              <a:buNone/>
              <a:defRPr sz="675">
                <a:solidFill>
                  <a:srgbClr val="111111"/>
                </a:solidFill>
              </a:defRPr>
            </a:lvl7pPr>
            <a:lvl8pPr marL="2400300" indent="0">
              <a:buNone/>
              <a:defRPr sz="675">
                <a:solidFill>
                  <a:srgbClr val="111111"/>
                </a:solidFill>
              </a:defRPr>
            </a:lvl8pPr>
            <a:lvl9pPr marL="2743200" indent="0">
              <a:buNone/>
              <a:defRPr sz="675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>
                <a:solidFill>
                  <a:srgbClr val="111111"/>
                </a:solidFill>
              </a:defRPr>
            </a:lvl1pPr>
          </a:lstStyle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>
                <a:solidFill>
                  <a:srgbClr val="111111"/>
                </a:solidFill>
              </a:defRPr>
            </a:lvl1pPr>
            <a:lvl2pPr marL="342900" indent="0">
              <a:buNone/>
              <a:defRPr sz="2100">
                <a:solidFill>
                  <a:srgbClr val="111111"/>
                </a:solidFill>
              </a:defRPr>
            </a:lvl2pPr>
            <a:lvl3pPr marL="685800" indent="0">
              <a:buNone/>
              <a:defRPr sz="1800">
                <a:solidFill>
                  <a:srgbClr val="111111"/>
                </a:solidFill>
              </a:defRPr>
            </a:lvl3pPr>
            <a:lvl4pPr marL="1028700" indent="0">
              <a:buNone/>
              <a:defRPr sz="1500">
                <a:solidFill>
                  <a:srgbClr val="111111"/>
                </a:solidFill>
              </a:defRPr>
            </a:lvl4pPr>
            <a:lvl5pPr marL="1371600" indent="0">
              <a:buNone/>
              <a:defRPr sz="1500">
                <a:solidFill>
                  <a:srgbClr val="111111"/>
                </a:solidFill>
              </a:defRPr>
            </a:lvl5pPr>
            <a:lvl6pPr marL="1714500" indent="0">
              <a:buNone/>
              <a:defRPr sz="1500">
                <a:solidFill>
                  <a:srgbClr val="111111"/>
                </a:solidFill>
              </a:defRPr>
            </a:lvl6pPr>
            <a:lvl7pPr marL="2057400" indent="0">
              <a:buNone/>
              <a:defRPr sz="1500">
                <a:solidFill>
                  <a:srgbClr val="111111"/>
                </a:solidFill>
              </a:defRPr>
            </a:lvl7pPr>
            <a:lvl8pPr marL="2400300" indent="0">
              <a:buNone/>
              <a:defRPr sz="1500">
                <a:solidFill>
                  <a:srgbClr val="111111"/>
                </a:solidFill>
              </a:defRPr>
            </a:lvl8pPr>
            <a:lvl9pPr marL="2743200" indent="0">
              <a:buNone/>
              <a:defRPr sz="1500">
                <a:solidFill>
                  <a:srgbClr val="111111"/>
                </a:solidFill>
              </a:defRPr>
            </a:lvl9pPr>
          </a:lstStyle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>
                <a:solidFill>
                  <a:srgbClr val="111111"/>
                </a:solidFill>
              </a:defRPr>
            </a:lvl1pPr>
            <a:lvl2pPr marL="342900" indent="0">
              <a:buNone/>
              <a:defRPr sz="900">
                <a:solidFill>
                  <a:srgbClr val="111111"/>
                </a:solidFill>
              </a:defRPr>
            </a:lvl2pPr>
            <a:lvl3pPr marL="685800" indent="0">
              <a:buNone/>
              <a:defRPr sz="750">
                <a:solidFill>
                  <a:srgbClr val="111111"/>
                </a:solidFill>
              </a:defRPr>
            </a:lvl3pPr>
            <a:lvl4pPr marL="1028700" indent="0">
              <a:buNone/>
              <a:defRPr sz="675">
                <a:solidFill>
                  <a:srgbClr val="111111"/>
                </a:solidFill>
              </a:defRPr>
            </a:lvl4pPr>
            <a:lvl5pPr marL="1371600" indent="0">
              <a:buNone/>
              <a:defRPr sz="675">
                <a:solidFill>
                  <a:srgbClr val="111111"/>
                </a:solidFill>
              </a:defRPr>
            </a:lvl5pPr>
            <a:lvl6pPr marL="1714500" indent="0">
              <a:buNone/>
              <a:defRPr sz="675">
                <a:solidFill>
                  <a:srgbClr val="111111"/>
                </a:solidFill>
              </a:defRPr>
            </a:lvl6pPr>
            <a:lvl7pPr marL="2057400" indent="0">
              <a:buNone/>
              <a:defRPr sz="675">
                <a:solidFill>
                  <a:srgbClr val="111111"/>
                </a:solidFill>
              </a:defRPr>
            </a:lvl7pPr>
            <a:lvl8pPr marL="2400300" indent="0">
              <a:buNone/>
              <a:defRPr sz="675">
                <a:solidFill>
                  <a:srgbClr val="111111"/>
                </a:solidFill>
              </a:defRPr>
            </a:lvl8pPr>
            <a:lvl9pPr marL="2743200" indent="0">
              <a:buNone/>
              <a:defRPr sz="675">
                <a:solidFill>
                  <a:srgbClr val="111111"/>
                </a:solidFill>
              </a:defRPr>
            </a:lvl9pPr>
          </a:lstStyle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111111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111111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111111"/>
                </a:solidFill>
              </a:defRPr>
            </a:lvl1pPr>
          </a:lstStyle>
          <a:p>
            <a:fld id="{241EB5C9-1307-BA42-ABA2-0BC069CD8E7F}" type="datetimeFigureOut">
              <a:rPr lang="en-US" smtClean="0">
                <a:solidFill>
                  <a:srgbClr val="111111"/>
                </a:solidFill>
              </a:rPr>
              <a:t>1/2/22</a:t>
            </a:fld>
            <a:endParaRPr lang="en-US">
              <a:solidFill>
                <a:srgbClr val="11111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11111"/>
                </a:solidFill>
              </a:defRPr>
            </a:lvl1pPr>
          </a:lstStyle>
          <a:p>
            <a:endParaRPr lang="en-US">
              <a:solidFill>
                <a:srgbClr val="11111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11111"/>
                </a:solidFill>
              </a:defRPr>
            </a:lvl1pPr>
          </a:lstStyle>
          <a:p>
            <a:fld id="{C5EF2332-01BF-834F-8236-50238282D533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latin typeface="Cambria"/>
          <a:ea typeface="+mj-ea"/>
          <a:cs typeface="+mj-cs"/>
          <a:solidFill>
            <a:srgbClr val="111111"/>
          </a:solidFill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latin typeface="Cambria"/>
          <a:ea typeface="+mn-ea"/>
          <a:cs typeface="+mn-cs"/>
          <a:solidFill>
            <a:srgbClr val="111111"/>
          </a:solidFill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latin typeface="Cambria"/>
          <a:ea typeface="+mn-ea"/>
          <a:cs typeface="+mn-cs"/>
          <a:solidFill>
            <a:srgbClr val="111111"/>
          </a:solidFill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latin typeface="Cambria"/>
          <a:ea typeface="+mn-ea"/>
          <a:cs typeface="+mn-cs"/>
          <a:solidFill>
            <a:srgbClr val="111111"/>
          </a:solidFill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latin typeface="Cambria"/>
          <a:ea typeface="+mn-ea"/>
          <a:cs typeface="+mn-cs"/>
          <a:solidFill>
            <a:srgbClr val="111111"/>
          </a:solidFill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latin typeface="Cambria"/>
          <a:ea typeface="+mn-ea"/>
          <a:cs typeface="+mn-cs"/>
          <a:solidFill>
            <a:srgbClr val="111111"/>
          </a:solidFill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latin typeface="Cambria"/>
          <a:ea typeface="+mn-ea"/>
          <a:cs typeface="+mn-cs"/>
          <a:solidFill>
            <a:srgbClr val="111111"/>
          </a:solidFill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latin typeface="Cambria"/>
          <a:ea typeface="+mn-ea"/>
          <a:cs typeface="+mn-cs"/>
          <a:solidFill>
            <a:srgbClr val="111111"/>
          </a:solidFill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latin typeface="Cambria"/>
          <a:ea typeface="+mn-ea"/>
          <a:cs typeface="+mn-cs"/>
          <a:solidFill>
            <a:srgbClr val="111111"/>
          </a:solidFill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latin typeface="Cambria"/>
          <a:ea typeface="+mn-ea"/>
          <a:cs typeface="+mn-cs"/>
          <a:solidFill>
            <a:srgbClr val="111111"/>
          </a:solidFill>
        </a:defRPr>
      </a:lvl9pPr>
    </p:bodyStyle>
    <p:otherStyle>
      <a:defPPr>
        <a:defRPr lang="en-US">
          <a:solidFill>
            <a:srgbClr val="111111"/>
          </a:solidFill>
        </a:defRPr>
      </a:defPPr>
      <a:lvl1pPr marL="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1pPr>
      <a:lvl2pPr marL="3429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2pPr>
      <a:lvl3pPr marL="6858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3pPr>
      <a:lvl4pPr marL="10287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4pPr>
      <a:lvl5pPr marL="13716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5pPr>
      <a:lvl6pPr marL="17145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6pPr>
      <a:lvl7pPr marL="20574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7pPr>
      <a:lvl8pPr marL="24003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8pPr>
      <a:lvl9pPr marL="2743200" algn="l" defTabSz="342900" rtl="0" eaLnBrk="1" latinLnBrk="0" hangingPunct="1">
        <a:defRPr sz="1350" kern="1200">
          <a:latin typeface="Cambria"/>
          <a:ea typeface="+mn-ea"/>
          <a:cs typeface="+mn-cs"/>
          <a:solidFill>
            <a:srgbClr val="111111"/>
          </a:solidFill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