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rgbClr val="111111"/>
                </a:solidFill>
              </a:defRPr>
            </a:lvl1pPr>
            <a:lvl2pPr marL="457200" indent="0" algn="ctr">
              <a:buNone/>
              <a:defRPr>
                <a:solidFill>
                  <a:srgbClr val="111111"/>
                </a:solidFill>
              </a:defRPr>
            </a:lvl2pPr>
            <a:lvl3pPr marL="914400" indent="0" algn="ctr">
              <a:buNone/>
              <a:defRPr>
                <a:solidFill>
                  <a:srgbClr val="111111"/>
                </a:solidFill>
              </a:defRPr>
            </a:lvl3pPr>
            <a:lvl4pPr marL="1371600" indent="0" algn="ctr">
              <a:buNone/>
              <a:defRPr>
                <a:solidFill>
                  <a:srgbClr val="111111"/>
                </a:solidFill>
              </a:defRPr>
            </a:lvl4pPr>
            <a:lvl5pPr marL="1828800" indent="0" algn="ctr">
              <a:buNone/>
              <a:defRPr>
                <a:solidFill>
                  <a:srgbClr val="111111"/>
                </a:solidFill>
              </a:defRPr>
            </a:lvl5pPr>
            <a:lvl6pPr marL="2286000" indent="0" algn="ctr">
              <a:buNone/>
              <a:defRPr>
                <a:solidFill>
                  <a:srgbClr val="111111"/>
                </a:solidFill>
              </a:defRPr>
            </a:lvl6pPr>
            <a:lvl7pPr marL="2743200" indent="0" algn="ctr">
              <a:buNone/>
              <a:defRPr>
                <a:solidFill>
                  <a:srgbClr val="111111"/>
                </a:solidFill>
              </a:defRPr>
            </a:lvl7pPr>
            <a:lvl8pPr marL="3200400" indent="0" algn="ctr">
              <a:buNone/>
              <a:defRPr>
                <a:solidFill>
                  <a:srgbClr val="111111"/>
                </a:solidFill>
              </a:defRPr>
            </a:lvl8pPr>
            <a:lvl9pPr marL="3657600" indent="0" algn="ctr">
              <a:buNone/>
              <a:defRPr>
                <a:solidFill>
                  <a:srgbClr val="111111"/>
                </a:solidFill>
              </a:defRPr>
            </a:lvl9pPr>
          </a:lstStyle>
          <a:p>
            <a:r>
              <a:rPr lang="en-US" smtClean="0">
                <a:solidFill>
                  <a:srgbClr val="111111"/>
                </a:solidFill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111111"/>
                </a:solidFill>
              </a:defRPr>
            </a:lvl1pPr>
            <a:lvl2pPr marL="457200" indent="0">
              <a:buNone/>
              <a:defRPr sz="1800">
                <a:solidFill>
                  <a:srgbClr val="111111"/>
                </a:solidFill>
              </a:defRPr>
            </a:lvl2pPr>
            <a:lvl3pPr marL="914400" indent="0">
              <a:buNone/>
              <a:defRPr sz="1600">
                <a:solidFill>
                  <a:srgbClr val="111111"/>
                </a:solidFill>
              </a:defRPr>
            </a:lvl3pPr>
            <a:lvl4pPr marL="1371600" indent="0">
              <a:buNone/>
              <a:defRPr sz="1400">
                <a:solidFill>
                  <a:srgbClr val="111111"/>
                </a:solidFill>
              </a:defRPr>
            </a:lvl4pPr>
            <a:lvl5pPr marL="1828800" indent="0">
              <a:buNone/>
              <a:defRPr sz="1400">
                <a:solidFill>
                  <a:srgbClr val="111111"/>
                </a:solidFill>
              </a:defRPr>
            </a:lvl5pPr>
            <a:lvl6pPr marL="2286000" indent="0">
              <a:buNone/>
              <a:defRPr sz="1400">
                <a:solidFill>
                  <a:srgbClr val="111111"/>
                </a:solidFill>
              </a:defRPr>
            </a:lvl6pPr>
            <a:lvl7pPr marL="2743200" indent="0">
              <a:buNone/>
              <a:defRPr sz="1400">
                <a:solidFill>
                  <a:srgbClr val="111111"/>
                </a:solidFill>
              </a:defRPr>
            </a:lvl7pPr>
            <a:lvl8pPr marL="3200400" indent="0">
              <a:buNone/>
              <a:defRPr sz="1400">
                <a:solidFill>
                  <a:srgbClr val="111111"/>
                </a:solidFill>
              </a:defRPr>
            </a:lvl8pPr>
            <a:lvl9pPr marL="3657600" indent="0">
              <a:buNone/>
              <a:defRPr sz="14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solidFill>
                  <a:srgbClr val="111111"/>
                </a:solidFill>
              </a:defRPr>
            </a:lvl1pPr>
            <a:lvl2pPr>
              <a:defRPr sz="2400">
                <a:solidFill>
                  <a:srgbClr val="111111"/>
                </a:solidFill>
              </a:defRPr>
            </a:lvl2pPr>
            <a:lvl3pPr>
              <a:defRPr sz="2000">
                <a:solidFill>
                  <a:srgbClr val="111111"/>
                </a:solidFill>
              </a:defRPr>
            </a:lvl3pPr>
            <a:lvl4pPr>
              <a:defRPr sz="1800">
                <a:solidFill>
                  <a:srgbClr val="111111"/>
                </a:solidFill>
              </a:defRPr>
            </a:lvl4pPr>
            <a:lvl5pPr>
              <a:defRPr sz="1800">
                <a:solidFill>
                  <a:srgbClr val="111111"/>
                </a:solidFill>
              </a:defRPr>
            </a:lvl5pPr>
            <a:lvl6pPr>
              <a:defRPr sz="1800">
                <a:solidFill>
                  <a:srgbClr val="111111"/>
                </a:solidFill>
              </a:defRPr>
            </a:lvl6pPr>
            <a:lvl7pPr>
              <a:defRPr sz="1800">
                <a:solidFill>
                  <a:srgbClr val="111111"/>
                </a:solidFill>
              </a:defRPr>
            </a:lvl7pPr>
            <a:lvl8pPr>
              <a:defRPr sz="1800">
                <a:solidFill>
                  <a:srgbClr val="111111"/>
                </a:solidFill>
              </a:defRPr>
            </a:lvl8pPr>
            <a:lvl9pPr>
              <a:defRPr sz="18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solidFill>
                  <a:srgbClr val="111111"/>
                </a:solidFill>
              </a:defRPr>
            </a:lvl1pPr>
            <a:lvl2pPr>
              <a:defRPr sz="2400">
                <a:solidFill>
                  <a:srgbClr val="111111"/>
                </a:solidFill>
              </a:defRPr>
            </a:lvl2pPr>
            <a:lvl3pPr>
              <a:defRPr sz="2000">
                <a:solidFill>
                  <a:srgbClr val="111111"/>
                </a:solidFill>
              </a:defRPr>
            </a:lvl3pPr>
            <a:lvl4pPr>
              <a:defRPr sz="1800">
                <a:solidFill>
                  <a:srgbClr val="111111"/>
                </a:solidFill>
              </a:defRPr>
            </a:lvl4pPr>
            <a:lvl5pPr>
              <a:defRPr sz="1800">
                <a:solidFill>
                  <a:srgbClr val="111111"/>
                </a:solidFill>
              </a:defRPr>
            </a:lvl5pPr>
            <a:lvl6pPr>
              <a:defRPr sz="1800">
                <a:solidFill>
                  <a:srgbClr val="111111"/>
                </a:solidFill>
              </a:defRPr>
            </a:lvl6pPr>
            <a:lvl7pPr>
              <a:defRPr sz="1800">
                <a:solidFill>
                  <a:srgbClr val="111111"/>
                </a:solidFill>
              </a:defRPr>
            </a:lvl7pPr>
            <a:lvl8pPr>
              <a:defRPr sz="1800">
                <a:solidFill>
                  <a:srgbClr val="111111"/>
                </a:solidFill>
              </a:defRPr>
            </a:lvl8pPr>
            <a:lvl9pPr>
              <a:defRPr sz="18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>
                <a:solidFill>
                  <a:srgbClr val="111111"/>
                </a:solidFill>
              </a:defRPr>
            </a:lvl2pPr>
            <a:lvl3pPr marL="914400" indent="0">
              <a:buNone/>
              <a:defRPr sz="1800" b="1">
                <a:solidFill>
                  <a:srgbClr val="111111"/>
                </a:solidFill>
              </a:defRPr>
            </a:lvl3pPr>
            <a:lvl4pPr marL="1371600" indent="0">
              <a:buNone/>
              <a:defRPr sz="1600" b="1">
                <a:solidFill>
                  <a:srgbClr val="111111"/>
                </a:solidFill>
              </a:defRPr>
            </a:lvl4pPr>
            <a:lvl5pPr marL="1828800" indent="0">
              <a:buNone/>
              <a:defRPr sz="1600" b="1">
                <a:solidFill>
                  <a:srgbClr val="111111"/>
                </a:solidFill>
              </a:defRPr>
            </a:lvl5pPr>
            <a:lvl6pPr marL="2286000" indent="0">
              <a:buNone/>
              <a:defRPr sz="1600" b="1">
                <a:solidFill>
                  <a:srgbClr val="111111"/>
                </a:solidFill>
              </a:defRPr>
            </a:lvl6pPr>
            <a:lvl7pPr marL="2743200" indent="0">
              <a:buNone/>
              <a:defRPr sz="1600" b="1">
                <a:solidFill>
                  <a:srgbClr val="111111"/>
                </a:solidFill>
              </a:defRPr>
            </a:lvl7pPr>
            <a:lvl8pPr marL="3200400" indent="0">
              <a:buNone/>
              <a:defRPr sz="1600" b="1">
                <a:solidFill>
                  <a:srgbClr val="111111"/>
                </a:solidFill>
              </a:defRPr>
            </a:lvl8pPr>
            <a:lvl9pPr marL="3657600" indent="0">
              <a:buNone/>
              <a:defRPr sz="16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0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600">
                <a:solidFill>
                  <a:srgbClr val="111111"/>
                </a:solidFill>
              </a:defRPr>
            </a:lvl4pPr>
            <a:lvl5pPr>
              <a:defRPr sz="1600">
                <a:solidFill>
                  <a:srgbClr val="111111"/>
                </a:solidFill>
              </a:defRPr>
            </a:lvl5pPr>
            <a:lvl6pPr>
              <a:defRPr sz="1600">
                <a:solidFill>
                  <a:srgbClr val="111111"/>
                </a:solidFill>
              </a:defRPr>
            </a:lvl6pPr>
            <a:lvl7pPr>
              <a:defRPr sz="1600">
                <a:solidFill>
                  <a:srgbClr val="111111"/>
                </a:solidFill>
              </a:defRPr>
            </a:lvl7pPr>
            <a:lvl8pPr>
              <a:defRPr sz="1600">
                <a:solidFill>
                  <a:srgbClr val="111111"/>
                </a:solidFill>
              </a:defRPr>
            </a:lvl8pPr>
            <a:lvl9pPr>
              <a:defRPr sz="16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>
                <a:solidFill>
                  <a:srgbClr val="111111"/>
                </a:solidFill>
              </a:defRPr>
            </a:lvl2pPr>
            <a:lvl3pPr marL="914400" indent="0">
              <a:buNone/>
              <a:defRPr sz="1800" b="1">
                <a:solidFill>
                  <a:srgbClr val="111111"/>
                </a:solidFill>
              </a:defRPr>
            </a:lvl3pPr>
            <a:lvl4pPr marL="1371600" indent="0">
              <a:buNone/>
              <a:defRPr sz="1600" b="1">
                <a:solidFill>
                  <a:srgbClr val="111111"/>
                </a:solidFill>
              </a:defRPr>
            </a:lvl4pPr>
            <a:lvl5pPr marL="1828800" indent="0">
              <a:buNone/>
              <a:defRPr sz="1600" b="1">
                <a:solidFill>
                  <a:srgbClr val="111111"/>
                </a:solidFill>
              </a:defRPr>
            </a:lvl5pPr>
            <a:lvl6pPr marL="2286000" indent="0">
              <a:buNone/>
              <a:defRPr sz="1600" b="1">
                <a:solidFill>
                  <a:srgbClr val="111111"/>
                </a:solidFill>
              </a:defRPr>
            </a:lvl6pPr>
            <a:lvl7pPr marL="2743200" indent="0">
              <a:buNone/>
              <a:defRPr sz="1600" b="1">
                <a:solidFill>
                  <a:srgbClr val="111111"/>
                </a:solidFill>
              </a:defRPr>
            </a:lvl7pPr>
            <a:lvl8pPr marL="3200400" indent="0">
              <a:buNone/>
              <a:defRPr sz="1600" b="1">
                <a:solidFill>
                  <a:srgbClr val="111111"/>
                </a:solidFill>
              </a:defRPr>
            </a:lvl8pPr>
            <a:lvl9pPr marL="3657600" indent="0">
              <a:buNone/>
              <a:defRPr sz="16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0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600">
                <a:solidFill>
                  <a:srgbClr val="111111"/>
                </a:solidFill>
              </a:defRPr>
            </a:lvl4pPr>
            <a:lvl5pPr>
              <a:defRPr sz="1600">
                <a:solidFill>
                  <a:srgbClr val="111111"/>
                </a:solidFill>
              </a:defRPr>
            </a:lvl5pPr>
            <a:lvl6pPr>
              <a:defRPr sz="1600">
                <a:solidFill>
                  <a:srgbClr val="111111"/>
                </a:solidFill>
              </a:defRPr>
            </a:lvl6pPr>
            <a:lvl7pPr>
              <a:defRPr sz="1600">
                <a:solidFill>
                  <a:srgbClr val="111111"/>
                </a:solidFill>
              </a:defRPr>
            </a:lvl7pPr>
            <a:lvl8pPr>
              <a:defRPr sz="1600">
                <a:solidFill>
                  <a:srgbClr val="111111"/>
                </a:solidFill>
              </a:defRPr>
            </a:lvl8pPr>
            <a:lvl9pPr>
              <a:defRPr sz="16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solidFill>
                  <a:srgbClr val="111111"/>
                </a:solidFill>
              </a:defRPr>
            </a:lvl1pPr>
            <a:lvl2pPr>
              <a:defRPr sz="2800">
                <a:solidFill>
                  <a:srgbClr val="111111"/>
                </a:solidFill>
              </a:defRPr>
            </a:lvl2pPr>
            <a:lvl3pPr>
              <a:defRPr sz="2400">
                <a:solidFill>
                  <a:srgbClr val="111111"/>
                </a:solidFill>
              </a:defRPr>
            </a:lvl3pPr>
            <a:lvl4pPr>
              <a:defRPr sz="2000">
                <a:solidFill>
                  <a:srgbClr val="111111"/>
                </a:solidFill>
              </a:defRPr>
            </a:lvl4pPr>
            <a:lvl5pPr>
              <a:defRPr sz="2000">
                <a:solidFill>
                  <a:srgbClr val="111111"/>
                </a:solidFill>
              </a:defRPr>
            </a:lvl5pPr>
            <a:lvl6pPr>
              <a:defRPr sz="2000">
                <a:solidFill>
                  <a:srgbClr val="111111"/>
                </a:solidFill>
              </a:defRPr>
            </a:lvl6pPr>
            <a:lvl7pPr>
              <a:defRPr sz="2000">
                <a:solidFill>
                  <a:srgbClr val="111111"/>
                </a:solidFill>
              </a:defRPr>
            </a:lvl7pPr>
            <a:lvl8pPr>
              <a:defRPr sz="2000">
                <a:solidFill>
                  <a:srgbClr val="111111"/>
                </a:solidFill>
              </a:defRPr>
            </a:lvl8pPr>
            <a:lvl9pPr>
              <a:defRPr sz="20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solidFill>
                  <a:srgbClr val="111111"/>
                </a:solidFill>
              </a:defRPr>
            </a:lvl1pPr>
            <a:lvl2pPr marL="457200" indent="0">
              <a:buNone/>
              <a:defRPr sz="1200">
                <a:solidFill>
                  <a:srgbClr val="111111"/>
                </a:solidFill>
              </a:defRPr>
            </a:lvl2pPr>
            <a:lvl3pPr marL="914400" indent="0">
              <a:buNone/>
              <a:defRPr sz="1000">
                <a:solidFill>
                  <a:srgbClr val="111111"/>
                </a:solidFill>
              </a:defRPr>
            </a:lvl3pPr>
            <a:lvl4pPr marL="1371600" indent="0">
              <a:buNone/>
              <a:defRPr sz="900">
                <a:solidFill>
                  <a:srgbClr val="111111"/>
                </a:solidFill>
              </a:defRPr>
            </a:lvl4pPr>
            <a:lvl5pPr marL="1828800" indent="0">
              <a:buNone/>
              <a:defRPr sz="900">
                <a:solidFill>
                  <a:srgbClr val="111111"/>
                </a:solidFill>
              </a:defRPr>
            </a:lvl5pPr>
            <a:lvl6pPr marL="2286000" indent="0">
              <a:buNone/>
              <a:defRPr sz="900">
                <a:solidFill>
                  <a:srgbClr val="111111"/>
                </a:solidFill>
              </a:defRPr>
            </a:lvl6pPr>
            <a:lvl7pPr marL="2743200" indent="0">
              <a:buNone/>
              <a:defRPr sz="900">
                <a:solidFill>
                  <a:srgbClr val="111111"/>
                </a:solidFill>
              </a:defRPr>
            </a:lvl7pPr>
            <a:lvl8pPr marL="3200400" indent="0">
              <a:buNone/>
              <a:defRPr sz="900">
                <a:solidFill>
                  <a:srgbClr val="111111"/>
                </a:solidFill>
              </a:defRPr>
            </a:lvl8pPr>
            <a:lvl9pPr marL="3657600" indent="0">
              <a:buNone/>
              <a:defRPr sz="9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solidFill>
                  <a:srgbClr val="111111"/>
                </a:solidFill>
              </a:defRPr>
            </a:lvl1pPr>
            <a:lvl2pPr marL="457200" indent="0">
              <a:buNone/>
              <a:defRPr sz="2800">
                <a:solidFill>
                  <a:srgbClr val="111111"/>
                </a:solidFill>
              </a:defRPr>
            </a:lvl2pPr>
            <a:lvl3pPr marL="914400" indent="0">
              <a:buNone/>
              <a:defRPr sz="2400">
                <a:solidFill>
                  <a:srgbClr val="111111"/>
                </a:solidFill>
              </a:defRPr>
            </a:lvl3pPr>
            <a:lvl4pPr marL="1371600" indent="0">
              <a:buNone/>
              <a:defRPr sz="2000">
                <a:solidFill>
                  <a:srgbClr val="111111"/>
                </a:solidFill>
              </a:defRPr>
            </a:lvl4pPr>
            <a:lvl5pPr marL="1828800" indent="0">
              <a:buNone/>
              <a:defRPr sz="2000">
                <a:solidFill>
                  <a:srgbClr val="111111"/>
                </a:solidFill>
              </a:defRPr>
            </a:lvl5pPr>
            <a:lvl6pPr marL="2286000" indent="0">
              <a:buNone/>
              <a:defRPr sz="2000">
                <a:solidFill>
                  <a:srgbClr val="111111"/>
                </a:solidFill>
              </a:defRPr>
            </a:lvl6pPr>
            <a:lvl7pPr marL="2743200" indent="0">
              <a:buNone/>
              <a:defRPr sz="2000">
                <a:solidFill>
                  <a:srgbClr val="111111"/>
                </a:solidFill>
              </a:defRPr>
            </a:lvl7pPr>
            <a:lvl8pPr marL="3200400" indent="0">
              <a:buNone/>
              <a:defRPr sz="2000">
                <a:solidFill>
                  <a:srgbClr val="111111"/>
                </a:solidFill>
              </a:defRPr>
            </a:lvl8pPr>
            <a:lvl9pPr marL="3657600" indent="0">
              <a:buNone/>
              <a:defRPr sz="2000">
                <a:solidFill>
                  <a:srgbClr val="111111"/>
                </a:solidFill>
              </a:defRPr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solidFill>
                  <a:srgbClr val="111111"/>
                </a:solidFill>
              </a:defRPr>
            </a:lvl1pPr>
            <a:lvl2pPr marL="457200" indent="0">
              <a:buNone/>
              <a:defRPr sz="1200">
                <a:solidFill>
                  <a:srgbClr val="111111"/>
                </a:solidFill>
              </a:defRPr>
            </a:lvl2pPr>
            <a:lvl3pPr marL="914400" indent="0">
              <a:buNone/>
              <a:defRPr sz="1000">
                <a:solidFill>
                  <a:srgbClr val="111111"/>
                </a:solidFill>
              </a:defRPr>
            </a:lvl3pPr>
            <a:lvl4pPr marL="1371600" indent="0">
              <a:buNone/>
              <a:defRPr sz="900">
                <a:solidFill>
                  <a:srgbClr val="111111"/>
                </a:solidFill>
              </a:defRPr>
            </a:lvl4pPr>
            <a:lvl5pPr marL="1828800" indent="0">
              <a:buNone/>
              <a:defRPr sz="900">
                <a:solidFill>
                  <a:srgbClr val="111111"/>
                </a:solidFill>
              </a:defRPr>
            </a:lvl5pPr>
            <a:lvl6pPr marL="2286000" indent="0">
              <a:buNone/>
              <a:defRPr sz="900">
                <a:solidFill>
                  <a:srgbClr val="111111"/>
                </a:solidFill>
              </a:defRPr>
            </a:lvl6pPr>
            <a:lvl7pPr marL="2743200" indent="0">
              <a:buNone/>
              <a:defRPr sz="900">
                <a:solidFill>
                  <a:srgbClr val="111111"/>
                </a:solidFill>
              </a:defRPr>
            </a:lvl7pPr>
            <a:lvl8pPr marL="3200400" indent="0">
              <a:buNone/>
              <a:defRPr sz="900">
                <a:solidFill>
                  <a:srgbClr val="111111"/>
                </a:solidFill>
              </a:defRPr>
            </a:lvl8pPr>
            <a:lvl9pPr marL="3657600" indent="0">
              <a:buNone/>
              <a:defRPr sz="9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111111"/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1111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111111"/>
                </a:solidFill>
              </a:defRPr>
            </a:lvl1pPr>
          </a:lstStyle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latin typeface="Cambria"/>
          <a:ea typeface="+mj-ea"/>
          <a:cs typeface="+mj-cs"/>
          <a:solidFill>
            <a:srgbClr val="111111"/>
          </a:solidFill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latin typeface="Cambria"/>
          <a:ea typeface="+mn-ea"/>
          <a:cs typeface="+mn-cs"/>
          <a:solidFill>
            <a:srgbClr val="111111"/>
          </a:solidFill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latin typeface="Cambria"/>
          <a:ea typeface="+mn-ea"/>
          <a:cs typeface="+mn-cs"/>
          <a:solidFill>
            <a:srgbClr val="111111"/>
          </a:solidFill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latin typeface="Cambria"/>
          <a:ea typeface="+mn-ea"/>
          <a:cs typeface="+mn-cs"/>
          <a:solidFill>
            <a:srgbClr val="111111"/>
          </a:solidFill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latin typeface="Cambria"/>
          <a:ea typeface="+mn-ea"/>
          <a:cs typeface="+mn-cs"/>
          <a:solidFill>
            <a:srgbClr val="111111"/>
          </a:solidFill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latin typeface="Cambria"/>
          <a:ea typeface="+mn-ea"/>
          <a:cs typeface="+mn-cs"/>
          <a:solidFill>
            <a:srgbClr val="111111"/>
          </a:solidFill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latin typeface="Cambria"/>
          <a:ea typeface="+mn-ea"/>
          <a:cs typeface="+mn-cs"/>
          <a:solidFill>
            <a:srgbClr val="111111"/>
          </a:solidFill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latin typeface="Cambria"/>
          <a:ea typeface="+mn-ea"/>
          <a:cs typeface="+mn-cs"/>
          <a:solidFill>
            <a:srgbClr val="111111"/>
          </a:solidFill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latin typeface="Cambria"/>
          <a:ea typeface="+mn-ea"/>
          <a:cs typeface="+mn-cs"/>
          <a:solidFill>
            <a:srgbClr val="111111"/>
          </a:solidFill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latin typeface="Cambria"/>
          <a:ea typeface="+mn-ea"/>
          <a:cs typeface="+mn-cs"/>
          <a:solidFill>
            <a:srgbClr val="111111"/>
          </a:solidFill>
        </a:defRPr>
      </a:lvl9pPr>
    </p:bodyStyle>
    <p:otherStyle>
      <a:defPPr>
        <a:defRPr lang="en-US">
          <a:solidFill>
            <a:srgbClr val="111111"/>
          </a:solidFill>
        </a:defRPr>
      </a:defPPr>
      <a:lvl1pPr marL="0" algn="l" defTabSz="457200" rtl="0" eaLnBrk="1" latinLnBrk="0" hangingPunct="1">
        <a:defRPr sz="1800" kern="1200">
          <a:latin typeface="Cambria"/>
          <a:ea typeface="+mn-ea"/>
          <a:cs typeface="+mn-cs"/>
          <a:solidFill>
            <a:srgbClr val="111111"/>
          </a:solidFill>
        </a:defRPr>
      </a:lvl1pPr>
      <a:lvl2pPr marL="457200" algn="l" defTabSz="457200" rtl="0" eaLnBrk="1" latinLnBrk="0" hangingPunct="1">
        <a:defRPr sz="1800" kern="1200">
          <a:latin typeface="Cambria"/>
          <a:ea typeface="+mn-ea"/>
          <a:cs typeface="+mn-cs"/>
          <a:solidFill>
            <a:srgbClr val="111111"/>
          </a:solidFill>
        </a:defRPr>
      </a:lvl2pPr>
      <a:lvl3pPr marL="914400" algn="l" defTabSz="457200" rtl="0" eaLnBrk="1" latinLnBrk="0" hangingPunct="1">
        <a:defRPr sz="1800" kern="1200">
          <a:latin typeface="Cambria"/>
          <a:ea typeface="+mn-ea"/>
          <a:cs typeface="+mn-cs"/>
          <a:solidFill>
            <a:srgbClr val="111111"/>
          </a:solidFill>
        </a:defRPr>
      </a:lvl3pPr>
      <a:lvl4pPr marL="1371600" algn="l" defTabSz="457200" rtl="0" eaLnBrk="1" latinLnBrk="0" hangingPunct="1">
        <a:defRPr sz="1800" kern="1200">
          <a:latin typeface="Cambria"/>
          <a:ea typeface="+mn-ea"/>
          <a:cs typeface="+mn-cs"/>
          <a:solidFill>
            <a:srgbClr val="111111"/>
          </a:solidFill>
        </a:defRPr>
      </a:lvl4pPr>
      <a:lvl5pPr marL="1828800" algn="l" defTabSz="457200" rtl="0" eaLnBrk="1" latinLnBrk="0" hangingPunct="1">
        <a:defRPr sz="1800" kern="1200">
          <a:latin typeface="Cambria"/>
          <a:ea typeface="+mn-ea"/>
          <a:cs typeface="+mn-cs"/>
          <a:solidFill>
            <a:srgbClr val="111111"/>
          </a:solidFill>
        </a:defRPr>
      </a:lvl5pPr>
      <a:lvl6pPr marL="2286000" algn="l" defTabSz="457200" rtl="0" eaLnBrk="1" latinLnBrk="0" hangingPunct="1">
        <a:defRPr sz="1800" kern="1200">
          <a:latin typeface="Cambria"/>
          <a:ea typeface="+mn-ea"/>
          <a:cs typeface="+mn-cs"/>
          <a:solidFill>
            <a:srgbClr val="111111"/>
          </a:solidFill>
        </a:defRPr>
      </a:lvl6pPr>
      <a:lvl7pPr marL="2743200" algn="l" defTabSz="457200" rtl="0" eaLnBrk="1" latinLnBrk="0" hangingPunct="1">
        <a:defRPr sz="1800" kern="1200">
          <a:latin typeface="Cambria"/>
          <a:ea typeface="+mn-ea"/>
          <a:cs typeface="+mn-cs"/>
          <a:solidFill>
            <a:srgbClr val="111111"/>
          </a:solidFill>
        </a:defRPr>
      </a:lvl7pPr>
      <a:lvl8pPr marL="3200400" algn="l" defTabSz="457200" rtl="0" eaLnBrk="1" latinLnBrk="0" hangingPunct="1">
        <a:defRPr sz="1800" kern="1200">
          <a:latin typeface="Cambria"/>
          <a:ea typeface="+mn-ea"/>
          <a:cs typeface="+mn-cs"/>
          <a:solidFill>
            <a:srgbClr val="111111"/>
          </a:solidFill>
        </a:defRPr>
      </a:lvl8pPr>
      <a:lvl9pPr marL="3657600" algn="l" defTabSz="457200" rtl="0" eaLnBrk="1" latinLnBrk="0" hangingPunct="1">
        <a:defRPr sz="1800" kern="1200">
          <a:latin typeface="Cambria"/>
          <a:ea typeface="+mn-ea"/>
          <a:cs typeface="+mn-cs"/>
          <a:solidFill>
            <a:srgbClr val="111111"/>
          </a:solidFill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